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5DB4F-02D4-78F1-2F8B-A1D7F536F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A9822A-EEBD-E01D-F942-6CF45BF2C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BB6F6-4C1D-AE08-897F-C172AD34D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95449-A933-4FEB-B22F-462A8602D859}" type="datetimeFigureOut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DE01B-2A7B-69F1-9ACA-861D15F6A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9325C-C459-4769-E294-353671102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3D0B-6D43-46FB-A208-313EAB295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6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3F14C-68D7-0913-E4FC-E7B57EF48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BB415-BA7C-2A01-DF18-E2C45808F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8FFF8-92AE-1813-8314-3FB3D9A5B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95449-A933-4FEB-B22F-462A8602D859}" type="datetimeFigureOut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AE0C6-24CE-EC80-907E-4A18F81C7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E7A7D-0E69-310E-0672-57599EAFC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3D0B-6D43-46FB-A208-313EAB295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311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D7BB1-6D8F-1A5E-0247-AFF5B3704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3E18B-7C75-E0C9-6DAE-9470ACCC5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47B38-6496-D618-0D63-0FB8C42BD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95449-A933-4FEB-B22F-462A8602D859}" type="datetimeFigureOut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01373-2D6A-F243-DDC1-600CC0F04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22F56-61B9-048F-FBA9-12C17E6C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3D0B-6D43-46FB-A208-313EAB295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07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561E1-1DC3-7CAB-0E8F-3C735526D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EF05C-39DA-3BF7-3E28-EB4E41C72A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8AF703-DC4E-C89C-F40F-9A0B2C905E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5EE273-0180-5BD1-5FE5-0AE8496B1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95449-A933-4FEB-B22F-462A8602D859}" type="datetimeFigureOut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F2536-8A9C-C64C-8933-C0770023F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E0943-5293-6FC3-FBA2-D304D7DC8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3D0B-6D43-46FB-A208-313EAB295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664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08928-AEE1-6307-9221-C9F5DFE5E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BB100-A399-223E-6D70-549067A7B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E6F8E8-1BD4-33EF-CACA-927D2A4C9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55386D-97AD-C1DE-22B0-CD3B06B255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D81C91-CD0E-5C8F-24B4-29866821D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F733C7-D221-D094-53D9-7DDB770E6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95449-A933-4FEB-B22F-462A8602D859}" type="datetimeFigureOut">
              <a:rPr lang="en-US" smtClean="0"/>
              <a:t>6/3/2024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244AA6-B759-DFF3-5B57-C862B7B48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7CE649-C18E-D1A4-F12B-D6C01F255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3D0B-6D43-46FB-A208-313EAB295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319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F63CA-FE81-4D06-19DE-1BDC3C4E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8C61F1-BEDB-C9BE-BDE2-241AF7790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95449-A933-4FEB-B22F-462A8602D859}" type="datetimeFigureOut">
              <a:rPr lang="en-US" smtClean="0"/>
              <a:t>6/3/2024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DEA236-D90D-CFAB-DEE5-1DB12C953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E53FD0-E6FE-A63B-F3CC-6817E8322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3D0B-6D43-46FB-A208-313EAB295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904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0AB9AA-078E-A839-EED0-0FC9BC17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95449-A933-4FEB-B22F-462A8602D859}" type="datetimeFigureOut">
              <a:rPr lang="en-US" smtClean="0"/>
              <a:t>6/3/2024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E1DDA3-DC98-BE8C-37DA-B97ABD7FC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A4333-0A23-32EF-602F-AA55DA3D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3D0B-6D43-46FB-A208-313EAB295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903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A57C-D565-0751-7C7A-00FFB05BC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CFF1C-10EF-542F-B414-EA9CD33E5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16F8C-CA3A-438D-8976-DAA7BA39D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E042DA-DFCA-06DD-848D-BC66DDF7C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95449-A933-4FEB-B22F-462A8602D859}" type="datetimeFigureOut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9A270-8390-7CAA-7988-9A18BA8E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4D032-3862-7568-7A8E-B9BAECEC1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3D0B-6D43-46FB-A208-313EAB295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333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DB90B-1A77-2048-E8E2-03066182C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092746-F7DF-B610-0D8D-6A2B942E53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8BCC6-871F-D991-77B1-7D4A4901F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C2CE5-8FFD-3F41-3841-9E265A639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95449-A933-4FEB-B22F-462A8602D859}" type="datetimeFigureOut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7A860-6E7F-82A3-013B-B48FE0B5F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6505D-91F3-D309-3662-5B1D22C3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3D0B-6D43-46FB-A208-313EAB295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069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D22F0-E40E-E241-9A55-11AA0B4AB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5B13B7-9509-7F1E-4A0B-874854BE1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1B6F4-B132-4EDC-173F-6FD320D5D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95449-A933-4FEB-B22F-462A8602D859}" type="datetimeFigureOut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35379-748E-9E74-4E05-6B310EEF3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2677A-EF93-DD7E-38F1-50E646271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3D0B-6D43-46FB-A208-313EAB295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116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C460CE-7E10-7C88-C029-36FC142C3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D0D3CA-D784-590F-6631-5E24D5618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57680-B57F-3FBD-F0BC-C8A985685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95449-A933-4FEB-B22F-462A8602D859}" type="datetimeFigureOut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3DBF7-D06B-ACE0-831F-2E205F580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2095B-38DA-39CE-7913-A9357B8A0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3D0B-6D43-46FB-A208-313EAB295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73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10EA67-43B7-ED80-952D-22C2F9F4B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58BFF-9FD6-91C7-5F35-4D14D66D2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17702-35DD-AC7F-7826-9E48C28A0A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895449-A933-4FEB-B22F-462A8602D859}" type="datetimeFigureOut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25E6E-9287-D3FE-3D52-206A732A8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A51ED-A404-1ABB-042C-ACD6ACF9BA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463D0B-6D43-46FB-A208-313EAB295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428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ADD842-7469-481F-AEF2-DDA7D3A9AB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12191990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CF21FF-9403-3241-7D2D-AA2281E1E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5558" y="637763"/>
            <a:ext cx="9889797" cy="1413144"/>
          </a:xfrm>
        </p:spPr>
        <p:txBody>
          <a:bodyPr anchor="b">
            <a:normAutofit/>
          </a:bodyPr>
          <a:lstStyle/>
          <a:p>
            <a:pPr algn="l"/>
            <a:r>
              <a:rPr lang="en-US" sz="4400">
                <a:solidFill>
                  <a:schemeClr val="bg1"/>
                </a:solidFill>
              </a:rPr>
              <a:t>Tema proiectului: Librarie Online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058847-87A2-48B5-B733-C9FC6F0FF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12191990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54108F-7DF0-4952-028D-525CAFD08D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5558" y="3100284"/>
            <a:ext cx="9889793" cy="3114237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 err="1"/>
              <a:t>Libraria</a:t>
            </a:r>
            <a:r>
              <a:rPr lang="en-US" sz="4000" dirty="0"/>
              <a:t> Liber</a:t>
            </a:r>
            <a:r>
              <a:rPr lang="ro-RO" sz="4000" dirty="0"/>
              <a:t>ă</a:t>
            </a:r>
            <a:endParaRPr lang="en-US" sz="4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CE886A-266A-45DB-B141-3271799F4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893697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41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14E4B6-812C-68C6-BD80-4CE06C5BE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Continut proiect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7FDE4-2FDE-7503-949F-61D44A1B19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r>
              <a:rPr lang="en-US" sz="2000"/>
              <a:t>Tehnologii utilizate: </a:t>
            </a:r>
          </a:p>
          <a:p>
            <a:pPr lvl="1"/>
            <a:r>
              <a:rPr lang="en-US" sz="2000"/>
              <a:t>Baza de date: Microsoft SQL Server</a:t>
            </a:r>
          </a:p>
          <a:p>
            <a:pPr lvl="1"/>
            <a:r>
              <a:rPr lang="en-US" sz="2000"/>
              <a:t>Frontend: Angular</a:t>
            </a:r>
          </a:p>
          <a:p>
            <a:pPr lvl="1"/>
            <a:r>
              <a:rPr lang="en-US" sz="2000"/>
              <a:t>Backend: .NET API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5F4C1-A43E-1183-AFC5-04BE840FD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>
            <a:normAutofit/>
          </a:bodyPr>
          <a:lstStyle/>
          <a:p>
            <a:r>
              <a:rPr lang="en-US" sz="2000"/>
              <a:t>Functiile proiectului: </a:t>
            </a:r>
          </a:p>
          <a:p>
            <a:pPr lvl="1"/>
            <a:r>
              <a:rPr lang="en-US" sz="2000"/>
              <a:t>Adaugare carte de catre utilizator</a:t>
            </a:r>
          </a:p>
          <a:p>
            <a:pPr lvl="1"/>
            <a:r>
              <a:rPr lang="en-US" sz="2000"/>
              <a:t>Vizualizare carti</a:t>
            </a:r>
          </a:p>
          <a:p>
            <a:pPr lvl="1"/>
            <a:r>
              <a:rPr lang="en-US" sz="2000"/>
              <a:t>Pagina de My Account</a:t>
            </a:r>
          </a:p>
          <a:p>
            <a:pPr lvl="1"/>
            <a:r>
              <a:rPr lang="en-US" sz="2000"/>
              <a:t>Functie de cautare</a:t>
            </a:r>
          </a:p>
          <a:p>
            <a:pPr lvl="1"/>
            <a:r>
              <a:rPr lang="en-US" sz="2000"/>
              <a:t>Functie de Login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72047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C6A1ED-E05C-8DAD-C88F-5A743D18E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Roluri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8B8C4-8479-CD0B-529C-C64BA5A8C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/>
              <a:t>Team Leader: David Dana – contributii la partea de html si css</a:t>
            </a:r>
          </a:p>
          <a:p>
            <a:r>
              <a:rPr lang="en-US" sz="2400"/>
              <a:t>Developer: Apetroaie Robert – conexiuni, configurari baza de date</a:t>
            </a:r>
          </a:p>
          <a:p>
            <a:r>
              <a:rPr lang="en-US" sz="2400"/>
              <a:t>Developer: Boanches Lucian – logica pentru functii de login,add book,search</a:t>
            </a:r>
          </a:p>
          <a:p>
            <a:r>
              <a:rPr lang="en-US" sz="2400"/>
              <a:t>Tester: Danciu Raluca – teste pentru adaugare informatii in baza de date pentru user si carti</a:t>
            </a:r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485647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105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Tema proiectului: Librarie Online</vt:lpstr>
      <vt:lpstr>Continut proiect</vt:lpstr>
      <vt:lpstr>Roluri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Dana Dorina David</dc:creator>
  <cp:lastModifiedBy>Dana Dorina David</cp:lastModifiedBy>
  <cp:revision>1</cp:revision>
  <dcterms:created xsi:type="dcterms:W3CDTF">2024-06-03T17:13:17Z</dcterms:created>
  <dcterms:modified xsi:type="dcterms:W3CDTF">2024-06-03T17:41:46Z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2024-06-03T17:17:24Z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c5cceefb-bba6-4403-9076-2cd56d20d9b1</vt:lpwstr>
  </property>
  <property fmtid="{D5CDD505-2E9C-101B-9397-08002B2CF9AE}" pid="8" name="MSIP_Label_5b58b62f-6f94-46bd-8089-18e64b0a9abb_ContentBits">
    <vt:lpwstr>0</vt:lpwstr>
  </property>
</Properties>
</file>